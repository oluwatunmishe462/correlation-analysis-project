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12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975995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55448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Data Correlation Matrix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5603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BFE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Interpretation, Findings and Conclusions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004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only on the uploaded correlation output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Read the Output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Pearson correlation matrix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80160"/>
            <a:ext cx="45720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cell shows the strength and direction of the linear relationship between two variables.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 is -1 to +1.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(+): when one rises, the other tends to rise.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(-): when one rises, the other tends to fall.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Diagonal of 1s: each variable with itself.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lower half is shown; the upper half would mirror it.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394960" y="1280160"/>
            <a:ext cx="3291840" cy="731520"/>
          </a:xfrm>
          <a:prstGeom prst="roundRect">
            <a:avLst>
              <a:gd name="adj" fmla="val 10000"/>
            </a:avLst>
          </a:prstGeom>
          <a:solidFill>
            <a:srgbClr val="D9E8EC"/>
          </a:solidFill>
          <a:ln w="12700">
            <a:solidFill>
              <a:srgbClr val="D9E8E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394960" y="128016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 |  0 to 0.3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394960" y="2148840"/>
            <a:ext cx="3291840" cy="731520"/>
          </a:xfrm>
          <a:prstGeom prst="roundRect">
            <a:avLst>
              <a:gd name="adj" fmla="val 10000"/>
            </a:avLst>
          </a:prstGeom>
          <a:solidFill>
            <a:srgbClr val="9FD0D2"/>
          </a:solidFill>
          <a:ln w="12700">
            <a:solidFill>
              <a:srgbClr val="9FD0D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394960" y="214884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 |  0.3 to 0.7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394960" y="3017520"/>
            <a:ext cx="3291840" cy="731520"/>
          </a:xfrm>
          <a:prstGeom prst="roundRect">
            <a:avLst>
              <a:gd name="adj" fmla="val 10000"/>
            </a:avLst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394960" y="301752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 |  0.7 to 1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40233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Variables: Age, Gender, Weight_kg, Height_m, height_m2, BMI, Systolic_BP, Total_Cholesterol, Fasting_Glucose, Exercise (header cut off; read as "Exercise_...utes_Week"), Sleep_Hours (header cut off; read as "...leep_Hours").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and Gender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Variable-by-variable interpretation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4000500" cy="2834640"/>
          </a:xfrm>
          <a:prstGeom prst="roundRect">
            <a:avLst>
              <a:gd name="adj" fmla="val 2581"/>
            </a:avLst>
          </a:prstGeom>
          <a:solidFill>
            <a:srgbClr val="EAF2F7"/>
          </a:solidFill>
          <a:ln w="12700">
            <a:solidFill>
              <a:srgbClr val="EAF2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371600"/>
            <a:ext cx="37261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783080"/>
            <a:ext cx="372618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strong +: Glucose 0.948, Cholesterol 0.942, BMI 0.917, Weight 0.847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+: Systolic_BP 0.669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strong -: Sleep -0.934, Exercise -0.892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-: Height -0.296; Gender -0.070 (essentially none)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686300" y="1280160"/>
            <a:ext cx="4000500" cy="2834640"/>
          </a:xfrm>
          <a:prstGeom prst="roundRect">
            <a:avLst>
              <a:gd name="adj" fmla="val 2581"/>
            </a:avLst>
          </a:prstGeom>
          <a:solidFill>
            <a:srgbClr val="EAF2F7"/>
          </a:solidFill>
          <a:ln w="12700">
            <a:solidFill>
              <a:srgbClr val="EAF2F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23460" y="1371600"/>
            <a:ext cx="37261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823460" y="1783080"/>
            <a:ext cx="372618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strong +: Height_m and height_m2 (0.912 each)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Weak-to-moderate +: Weight 0.321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-: BMI -0.218, Systolic_BP -0.190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 zero: Age -0.070, Cholesterol -0.066, Glucose -0.111, Exercise -0.009, Sleep 0.040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 of Gender is not stated, so direction cannot be interpreted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42976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Older people show higher glucose, cholesterol, BMI, weight and blood pressure, and sleep and exercise less. Gender is strongly linked to height only.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Weight, Height and BMI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Variable-by-variable interpretation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590800" cy="3383280"/>
          </a:xfrm>
          <a:prstGeom prst="roundRect">
            <a:avLst>
              <a:gd name="adj" fmla="val 2824"/>
            </a:avLst>
          </a:prstGeom>
          <a:solidFill>
            <a:srgbClr val="EAF2F7"/>
          </a:solidFill>
          <a:ln w="12700">
            <a:solidFill>
              <a:srgbClr val="EAF2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371600"/>
            <a:ext cx="231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Weight_kg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783080"/>
            <a:ext cx="231648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+: Cholesterol 0.895, Glucose 0.873, Age 0.847, BMI 0.836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+: Systolic_BP 0.566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-: Sleep -0.883, Exercise -0.880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Almost unrelated to Height (0.115)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276600" y="1280160"/>
            <a:ext cx="2590800" cy="3383280"/>
          </a:xfrm>
          <a:prstGeom prst="roundRect">
            <a:avLst>
              <a:gd name="adj" fmla="val 2824"/>
            </a:avLst>
          </a:prstGeom>
          <a:solidFill>
            <a:srgbClr val="EAF2F7"/>
          </a:solidFill>
          <a:ln w="12700">
            <a:solidFill>
              <a:srgbClr val="EAF2F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13760" y="1371600"/>
            <a:ext cx="231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Height_m / height_m2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3413760" y="1783080"/>
            <a:ext cx="231648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Correlate with each other at 0.9999: essentially the same variable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-: BMI (-0.443, -0.442), Systolic_BP (-0.353, -0.354)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-: Age (about -0.30), Cholesterol (about -0.29), Glucose (about -0.34)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+: Exercise (about 0.23), Sleep (about 0.28)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096000" y="1280160"/>
            <a:ext cx="2590800" cy="3383280"/>
          </a:xfrm>
          <a:prstGeom prst="roundRect">
            <a:avLst>
              <a:gd name="adj" fmla="val 2824"/>
            </a:avLst>
          </a:prstGeom>
          <a:solidFill>
            <a:srgbClr val="EAF2F7"/>
          </a:solidFill>
          <a:ln w="12700">
            <a:solidFill>
              <a:srgbClr val="EAF2F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33160" y="1371600"/>
            <a:ext cx="231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BMI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233160" y="1783080"/>
            <a:ext cx="231648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strong +: Glucose 0.966, Cholesterol 0.961, Age 0.917, Weight 0.836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Moderate-to-strong +: Systolic_BP 0.698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strong -: Sleep -0.940, Exercise -0.909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-: Height -0.443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 Pressure, Cholesterol and Glucose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Variable-by-variable interpretation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590800" cy="3383280"/>
          </a:xfrm>
          <a:prstGeom prst="roundRect">
            <a:avLst>
              <a:gd name="adj" fmla="val 2824"/>
            </a:avLst>
          </a:prstGeom>
          <a:solidFill>
            <a:srgbClr val="EAF2F7"/>
          </a:solidFill>
          <a:ln w="12700">
            <a:solidFill>
              <a:srgbClr val="EAF2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371600"/>
            <a:ext cx="231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Systolic_BP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783080"/>
            <a:ext cx="231648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Weakest correlations among the health outcomes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Moderate-to-strong +: Glucose 0.727, Cholesterol 0.710, BMI 0.698, Age 0.669, Weight 0.566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-: Sleep -0.698, Exercise -0.644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276600" y="1280160"/>
            <a:ext cx="2590800" cy="3383280"/>
          </a:xfrm>
          <a:prstGeom prst="roundRect">
            <a:avLst>
              <a:gd name="adj" fmla="val 2824"/>
            </a:avLst>
          </a:prstGeom>
          <a:solidFill>
            <a:srgbClr val="EAF2F7"/>
          </a:solidFill>
          <a:ln w="12700">
            <a:solidFill>
              <a:srgbClr val="EAF2F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13760" y="1371600"/>
            <a:ext cx="231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Total_Cholesterol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3413760" y="1783080"/>
            <a:ext cx="231648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Extremely strong +: Fasting_Glucose 0.988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strong +: BMI 0.961, Age 0.942, Weight 0.895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Moderate-to-strong +: Systolic_BP 0.710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strong -: Sleep -0.970, Exercise -0.952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096000" y="1280160"/>
            <a:ext cx="2590800" cy="3383280"/>
          </a:xfrm>
          <a:prstGeom prst="roundRect">
            <a:avLst>
              <a:gd name="adj" fmla="val 2824"/>
            </a:avLst>
          </a:prstGeom>
          <a:solidFill>
            <a:srgbClr val="EAF2F7"/>
          </a:solidFill>
          <a:ln w="12700">
            <a:solidFill>
              <a:srgbClr val="EAF2F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33160" y="1371600"/>
            <a:ext cx="231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Fasting_Glucose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233160" y="1783080"/>
            <a:ext cx="231648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strong +: Cholesterol 0.988, BMI 0.966, Age 0.948, Weight 0.873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Moderate-to-strong +: Systolic_BP 0.727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strong -: Sleep -0.963, Exercise -0.923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and Sleep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Variable-by-variable interpretation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4000500" cy="2834640"/>
          </a:xfrm>
          <a:prstGeom prst="roundRect">
            <a:avLst>
              <a:gd name="adj" fmla="val 2581"/>
            </a:avLst>
          </a:prstGeom>
          <a:solidFill>
            <a:srgbClr val="EAF2F7"/>
          </a:solidFill>
          <a:ln w="12700">
            <a:solidFill>
              <a:srgbClr val="EAF2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371600"/>
            <a:ext cx="37261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(min/week)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783080"/>
            <a:ext cx="372618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strong +: Sleep_Hours 0.980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strong -: Cholesterol -0.952, Glucose -0.923, BMI -0.909, Age -0.892, Weight -0.880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-: Systolic_BP -0.644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+: Height (about 0.23); none with Gender (-0.009)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686300" y="1280160"/>
            <a:ext cx="4000500" cy="2834640"/>
          </a:xfrm>
          <a:prstGeom prst="roundRect">
            <a:avLst>
              <a:gd name="adj" fmla="val 2581"/>
            </a:avLst>
          </a:prstGeom>
          <a:solidFill>
            <a:srgbClr val="EAF2F7"/>
          </a:solidFill>
          <a:ln w="12700">
            <a:solidFill>
              <a:srgbClr val="EAF2F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23460" y="1371600"/>
            <a:ext cx="37261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Sleep_Hours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823460" y="1783080"/>
            <a:ext cx="372618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strong +: Exercise 0.980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strong -: Cholesterol -0.970, Glucose -0.963, BMI -0.940, Age -0.934, Weight -0.883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-: Systolic_BP -0.698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+: Height (about 0.28); none with Gender (0.040)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42976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exercise and more sleep go with lower BMI, cholesterol, glucose, weight and blood pressure.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output shows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80160"/>
            <a:ext cx="82296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clusters move in opposite directions. Risk group (Age, Weight, BMI, Systolic_BP, Cholesterol, Glucose) rises together; protective group (Exercise, Sleep_Hours) rises together; the two groups correlate negatively.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Strongest relationship: Cholesterol and Glucose (0.988), then Sleep and Exercise (0.980), then Glucose and BMI (0.966).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is a very strong correlate of glucose, cholesterol, BMI, sleep and exercise.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Systolic_BP is the least strongly correlated health outcome; its highest correlation is 0.727.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Height and Gender are weakly related to health outcomes; Height is strongly related only to Gender.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Height_m and height_m2 are duplicates (r = 0.9999).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 has near-zero correlation with Age, Cholesterol, Glucose, Exercise and Sleep.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can and cannot be concluded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80160"/>
            <a:ext cx="82296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age, weight and BMI are associated with worse metabolic indicators: higher cholesterol, glucose and blood pressure.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exercise and sleep are associated with better indicators: lower BMI, cholesterol, glucose, weight and blood pressure.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Height and Gender do not explain the health outcomes in this dataset.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Height_m and height_m2 carry the same information; keep only one in a model to avoid multicollinearity.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Weight, BMI, Cholesterol, Glucose, Exercise and Sleep are highly inter-correlated (many above 0.85 in absolute value), so a regression using them together faces the same problem.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does not prove causation: the output cannot show whether exercise lowers glucose or high-glucose people exercise less.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sample size or p-values are given, so significance cannot be judged. The unusually high correlations (many above 0.9) are worth checking against data quality and sample size.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1035</Words>
  <Application>Microsoft Office PowerPoint</Application>
  <PresentationFormat>On-screen Show (16:9)</PresentationFormat>
  <Paragraphs>100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OLUWATISE AWOPEJO</cp:lastModifiedBy>
  <cp:revision>1</cp:revision>
  <dcterms:created xsi:type="dcterms:W3CDTF">2026-09-29T12:22:16Z</dcterms:created>
  <dcterms:modified xsi:type="dcterms:W3CDTF">2026-09-30T20:10:51Z</dcterms:modified>
</cp:coreProperties>
</file>